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>
                <a:solidFill>
                  <a:srgbClr val="FF0000"/>
                </a:solidFill>
                <a:latin typeface="Comic Sans MS"/>
              </a:rPr>
              <a:t>Präsentation mit CD-Fehlern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Impact"/>
              </a:rPr>
              <a:t>Lorem ipsum dolor sit amet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00FF00"/>
                </a:solidFill>
              </a:rPr>
              <a:t>Punkt 1</a:t>
            </a:r>
          </a:p>
          <a:p>
            <a:r>
              <a:t>Punkt 2</a:t>
            </a:r>
          </a:p>
          <a:p>
            <a:r>
              <a:t>Punkt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