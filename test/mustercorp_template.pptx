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003366"/>
                </a:solidFill>
                <a:latin typeface="Arial"/>
              </a:rPr>
              <a:t>MusterCorp CD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latin typeface="Arial"/>
              </a:rPr>
              <a:t>MusterCorp GmbH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Einleitung</a:t>
            </a:r>
          </a:p>
          <a:p>
            <a:r>
              <a:t>2. Hauptteil</a:t>
            </a:r>
          </a:p>
          <a:p>
            <a:r>
              <a:t>3. Zusammenfassung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